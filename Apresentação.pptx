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A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18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ónio Chaves" userId="8c30269673ff3076" providerId="LiveId" clId="{FC0E3605-7DD4-4C2F-A340-14412EDF456D}"/>
    <pc:docChg chg="undo custSel addSld modSld modMainMaster">
      <pc:chgData name="António Chaves" userId="8c30269673ff3076" providerId="LiveId" clId="{FC0E3605-7DD4-4C2F-A340-14412EDF456D}" dt="2026-06-19T13:23:11.252" v="146"/>
      <pc:docMkLst>
        <pc:docMk/>
      </pc:docMkLst>
      <pc:sldChg chg="modTransition setBg">
        <pc:chgData name="António Chaves" userId="8c30269673ff3076" providerId="LiveId" clId="{FC0E3605-7DD4-4C2F-A340-14412EDF456D}" dt="2026-06-19T13:22:13.475" v="138"/>
        <pc:sldMkLst>
          <pc:docMk/>
          <pc:sldMk cId="3681684806" sldId="256"/>
        </pc:sldMkLst>
      </pc:sldChg>
      <pc:sldChg chg="modTransition">
        <pc:chgData name="António Chaves" userId="8c30269673ff3076" providerId="LiveId" clId="{FC0E3605-7DD4-4C2F-A340-14412EDF456D}" dt="2026-06-19T13:22:21.766" v="139"/>
        <pc:sldMkLst>
          <pc:docMk/>
          <pc:sldMk cId="4002260696" sldId="257"/>
        </pc:sldMkLst>
      </pc:sldChg>
      <pc:sldChg chg="modTransition">
        <pc:chgData name="António Chaves" userId="8c30269673ff3076" providerId="LiveId" clId="{FC0E3605-7DD4-4C2F-A340-14412EDF456D}" dt="2026-06-19T13:22:27.470" v="140"/>
        <pc:sldMkLst>
          <pc:docMk/>
          <pc:sldMk cId="3876236457" sldId="258"/>
        </pc:sldMkLst>
      </pc:sldChg>
      <pc:sldChg chg="modTransition">
        <pc:chgData name="António Chaves" userId="8c30269673ff3076" providerId="LiveId" clId="{FC0E3605-7DD4-4C2F-A340-14412EDF456D}" dt="2026-06-19T13:22:31.997" v="141"/>
        <pc:sldMkLst>
          <pc:docMk/>
          <pc:sldMk cId="3033001329" sldId="259"/>
        </pc:sldMkLst>
      </pc:sldChg>
      <pc:sldChg chg="modTransition">
        <pc:chgData name="António Chaves" userId="8c30269673ff3076" providerId="LiveId" clId="{FC0E3605-7DD4-4C2F-A340-14412EDF456D}" dt="2026-06-19T13:22:36.267" v="142"/>
        <pc:sldMkLst>
          <pc:docMk/>
          <pc:sldMk cId="1365268749" sldId="260"/>
        </pc:sldMkLst>
      </pc:sldChg>
      <pc:sldChg chg="modTransition">
        <pc:chgData name="António Chaves" userId="8c30269673ff3076" providerId="LiveId" clId="{FC0E3605-7DD4-4C2F-A340-14412EDF456D}" dt="2026-06-19T13:22:46.759" v="143"/>
        <pc:sldMkLst>
          <pc:docMk/>
          <pc:sldMk cId="2759086214" sldId="261"/>
        </pc:sldMkLst>
      </pc:sldChg>
      <pc:sldChg chg="modSp mod modTransition">
        <pc:chgData name="António Chaves" userId="8c30269673ff3076" providerId="LiveId" clId="{FC0E3605-7DD4-4C2F-A340-14412EDF456D}" dt="2026-06-19T13:22:52.410" v="144"/>
        <pc:sldMkLst>
          <pc:docMk/>
          <pc:sldMk cId="1412926253" sldId="262"/>
        </pc:sldMkLst>
        <pc:spChg chg="mod">
          <ac:chgData name="António Chaves" userId="8c30269673ff3076" providerId="LiveId" clId="{FC0E3605-7DD4-4C2F-A340-14412EDF456D}" dt="2026-06-19T13:12:41.127" v="48" actId="255"/>
          <ac:spMkLst>
            <pc:docMk/>
            <pc:sldMk cId="1412926253" sldId="262"/>
            <ac:spMk id="6" creationId="{1687E94B-D833-F6F5-ED76-26A2A0F8F658}"/>
          </ac:spMkLst>
        </pc:spChg>
      </pc:sldChg>
      <pc:sldChg chg="addSp delSp modSp mod modTransition">
        <pc:chgData name="António Chaves" userId="8c30269673ff3076" providerId="LiveId" clId="{FC0E3605-7DD4-4C2F-A340-14412EDF456D}" dt="2026-06-19T13:22:58.955" v="145"/>
        <pc:sldMkLst>
          <pc:docMk/>
          <pc:sldMk cId="1843741009" sldId="263"/>
        </pc:sldMkLst>
        <pc:spChg chg="del">
          <ac:chgData name="António Chaves" userId="8c30269673ff3076" providerId="LiveId" clId="{FC0E3605-7DD4-4C2F-A340-14412EDF456D}" dt="2026-06-19T13:09:45.688" v="0" actId="478"/>
          <ac:spMkLst>
            <pc:docMk/>
            <pc:sldMk cId="1843741009" sldId="263"/>
            <ac:spMk id="2" creationId="{70E8F69E-0DD3-0DFD-33C1-68CB36F2E0E0}"/>
          </ac:spMkLst>
        </pc:spChg>
        <pc:spChg chg="del">
          <ac:chgData name="António Chaves" userId="8c30269673ff3076" providerId="LiveId" clId="{FC0E3605-7DD4-4C2F-A340-14412EDF456D}" dt="2026-06-19T13:09:48.909" v="1" actId="478"/>
          <ac:spMkLst>
            <pc:docMk/>
            <pc:sldMk cId="1843741009" sldId="263"/>
            <ac:spMk id="3" creationId="{839F28EC-73A7-4857-D67B-32C705FDB367}"/>
          </ac:spMkLst>
        </pc:spChg>
        <pc:spChg chg="add mod">
          <ac:chgData name="António Chaves" userId="8c30269673ff3076" providerId="LiveId" clId="{FC0E3605-7DD4-4C2F-A340-14412EDF456D}" dt="2026-06-19T13:13:22.004" v="51" actId="255"/>
          <ac:spMkLst>
            <pc:docMk/>
            <pc:sldMk cId="1843741009" sldId="263"/>
            <ac:spMk id="4" creationId="{AF5F9C4B-3968-F8C7-8646-77A33F3CCDAE}"/>
          </ac:spMkLst>
        </pc:spChg>
        <pc:spChg chg="add mod">
          <ac:chgData name="António Chaves" userId="8c30269673ff3076" providerId="LiveId" clId="{FC0E3605-7DD4-4C2F-A340-14412EDF456D}" dt="2026-06-19T13:14:38.965" v="60" actId="2710"/>
          <ac:spMkLst>
            <pc:docMk/>
            <pc:sldMk cId="1843741009" sldId="263"/>
            <ac:spMk id="5" creationId="{72E799A4-8404-3FDA-62C1-BDC18CEE13C3}"/>
          </ac:spMkLst>
        </pc:spChg>
      </pc:sldChg>
      <pc:sldChg chg="addSp delSp modSp new mod modTransition">
        <pc:chgData name="António Chaves" userId="8c30269673ff3076" providerId="LiveId" clId="{FC0E3605-7DD4-4C2F-A340-14412EDF456D}" dt="2026-06-19T13:23:11.252" v="146"/>
        <pc:sldMkLst>
          <pc:docMk/>
          <pc:sldMk cId="752680686" sldId="264"/>
        </pc:sldMkLst>
        <pc:spChg chg="mod">
          <ac:chgData name="António Chaves" userId="8c30269673ff3076" providerId="LiveId" clId="{FC0E3605-7DD4-4C2F-A340-14412EDF456D}" dt="2026-06-19T13:18:54.408" v="81" actId="14100"/>
          <ac:spMkLst>
            <pc:docMk/>
            <pc:sldMk cId="752680686" sldId="264"/>
            <ac:spMk id="2" creationId="{578BCB05-5BA8-A8CA-297A-E70D3D15C548}"/>
          </ac:spMkLst>
        </pc:spChg>
        <pc:spChg chg="del">
          <ac:chgData name="António Chaves" userId="8c30269673ff3076" providerId="LiveId" clId="{FC0E3605-7DD4-4C2F-A340-14412EDF456D}" dt="2026-06-19T13:15:51.981" v="62" actId="478"/>
          <ac:spMkLst>
            <pc:docMk/>
            <pc:sldMk cId="752680686" sldId="264"/>
            <ac:spMk id="3" creationId="{E3DD312C-5644-2D12-FA11-F98882D809D2}"/>
          </ac:spMkLst>
        </pc:spChg>
        <pc:spChg chg="add mod">
          <ac:chgData name="António Chaves" userId="8c30269673ff3076" providerId="LiveId" clId="{FC0E3605-7DD4-4C2F-A340-14412EDF456D}" dt="2026-06-19T13:17:03.356" v="72" actId="14100"/>
          <ac:spMkLst>
            <pc:docMk/>
            <pc:sldMk cId="752680686" sldId="264"/>
            <ac:spMk id="4" creationId="{625EFD2A-FE35-4544-AA09-3E312D259C60}"/>
          </ac:spMkLst>
        </pc:spChg>
      </pc:sldChg>
      <pc:sldMasterChg chg="setBg modSldLayout">
        <pc:chgData name="António Chaves" userId="8c30269673ff3076" providerId="LiveId" clId="{FC0E3605-7DD4-4C2F-A340-14412EDF456D}" dt="2026-06-19T13:21:12.268" v="136"/>
        <pc:sldMasterMkLst>
          <pc:docMk/>
          <pc:sldMasterMk cId="845423021" sldId="2147483648"/>
        </pc:sldMasterMkLst>
        <pc:sldLayoutChg chg="setBg">
          <pc:chgData name="António Chaves" userId="8c30269673ff3076" providerId="LiveId" clId="{FC0E3605-7DD4-4C2F-A340-14412EDF456D}" dt="2026-06-19T13:21:12.268" v="136"/>
          <pc:sldLayoutMkLst>
            <pc:docMk/>
            <pc:sldMasterMk cId="845423021" sldId="2147483648"/>
            <pc:sldLayoutMk cId="2300423330" sldId="2147483649"/>
          </pc:sldLayoutMkLst>
        </pc:sldLayoutChg>
        <pc:sldLayoutChg chg="setBg">
          <pc:chgData name="António Chaves" userId="8c30269673ff3076" providerId="LiveId" clId="{FC0E3605-7DD4-4C2F-A340-14412EDF456D}" dt="2026-06-19T13:21:12.268" v="136"/>
          <pc:sldLayoutMkLst>
            <pc:docMk/>
            <pc:sldMasterMk cId="845423021" sldId="2147483648"/>
            <pc:sldLayoutMk cId="3719013982" sldId="2147483650"/>
          </pc:sldLayoutMkLst>
        </pc:sldLayoutChg>
        <pc:sldLayoutChg chg="setBg">
          <pc:chgData name="António Chaves" userId="8c30269673ff3076" providerId="LiveId" clId="{FC0E3605-7DD4-4C2F-A340-14412EDF456D}" dt="2026-06-19T13:21:12.268" v="136"/>
          <pc:sldLayoutMkLst>
            <pc:docMk/>
            <pc:sldMasterMk cId="845423021" sldId="2147483648"/>
            <pc:sldLayoutMk cId="4074437180" sldId="2147483651"/>
          </pc:sldLayoutMkLst>
        </pc:sldLayoutChg>
        <pc:sldLayoutChg chg="setBg">
          <pc:chgData name="António Chaves" userId="8c30269673ff3076" providerId="LiveId" clId="{FC0E3605-7DD4-4C2F-A340-14412EDF456D}" dt="2026-06-19T13:21:12.268" v="136"/>
          <pc:sldLayoutMkLst>
            <pc:docMk/>
            <pc:sldMasterMk cId="845423021" sldId="2147483648"/>
            <pc:sldLayoutMk cId="929799384" sldId="2147483652"/>
          </pc:sldLayoutMkLst>
        </pc:sldLayoutChg>
        <pc:sldLayoutChg chg="setBg">
          <pc:chgData name="António Chaves" userId="8c30269673ff3076" providerId="LiveId" clId="{FC0E3605-7DD4-4C2F-A340-14412EDF456D}" dt="2026-06-19T13:21:12.268" v="136"/>
          <pc:sldLayoutMkLst>
            <pc:docMk/>
            <pc:sldMasterMk cId="845423021" sldId="2147483648"/>
            <pc:sldLayoutMk cId="2096517952" sldId="2147483653"/>
          </pc:sldLayoutMkLst>
        </pc:sldLayoutChg>
        <pc:sldLayoutChg chg="setBg">
          <pc:chgData name="António Chaves" userId="8c30269673ff3076" providerId="LiveId" clId="{FC0E3605-7DD4-4C2F-A340-14412EDF456D}" dt="2026-06-19T13:21:12.268" v="136"/>
          <pc:sldLayoutMkLst>
            <pc:docMk/>
            <pc:sldMasterMk cId="845423021" sldId="2147483648"/>
            <pc:sldLayoutMk cId="1230619322" sldId="2147483654"/>
          </pc:sldLayoutMkLst>
        </pc:sldLayoutChg>
        <pc:sldLayoutChg chg="setBg">
          <pc:chgData name="António Chaves" userId="8c30269673ff3076" providerId="LiveId" clId="{FC0E3605-7DD4-4C2F-A340-14412EDF456D}" dt="2026-06-19T13:21:12.268" v="136"/>
          <pc:sldLayoutMkLst>
            <pc:docMk/>
            <pc:sldMasterMk cId="845423021" sldId="2147483648"/>
            <pc:sldLayoutMk cId="300118139" sldId="2147483655"/>
          </pc:sldLayoutMkLst>
        </pc:sldLayoutChg>
        <pc:sldLayoutChg chg="setBg">
          <pc:chgData name="António Chaves" userId="8c30269673ff3076" providerId="LiveId" clId="{FC0E3605-7DD4-4C2F-A340-14412EDF456D}" dt="2026-06-19T13:21:12.268" v="136"/>
          <pc:sldLayoutMkLst>
            <pc:docMk/>
            <pc:sldMasterMk cId="845423021" sldId="2147483648"/>
            <pc:sldLayoutMk cId="1030780748" sldId="2147483656"/>
          </pc:sldLayoutMkLst>
        </pc:sldLayoutChg>
        <pc:sldLayoutChg chg="setBg">
          <pc:chgData name="António Chaves" userId="8c30269673ff3076" providerId="LiveId" clId="{FC0E3605-7DD4-4C2F-A340-14412EDF456D}" dt="2026-06-19T13:21:12.268" v="136"/>
          <pc:sldLayoutMkLst>
            <pc:docMk/>
            <pc:sldMasterMk cId="845423021" sldId="2147483648"/>
            <pc:sldLayoutMk cId="2436421754" sldId="2147483657"/>
          </pc:sldLayoutMkLst>
        </pc:sldLayoutChg>
        <pc:sldLayoutChg chg="setBg">
          <pc:chgData name="António Chaves" userId="8c30269673ff3076" providerId="LiveId" clId="{FC0E3605-7DD4-4C2F-A340-14412EDF456D}" dt="2026-06-19T13:21:12.268" v="136"/>
          <pc:sldLayoutMkLst>
            <pc:docMk/>
            <pc:sldMasterMk cId="845423021" sldId="2147483648"/>
            <pc:sldLayoutMk cId="153409237" sldId="2147483658"/>
          </pc:sldLayoutMkLst>
        </pc:sldLayoutChg>
        <pc:sldLayoutChg chg="setBg">
          <pc:chgData name="António Chaves" userId="8c30269673ff3076" providerId="LiveId" clId="{FC0E3605-7DD4-4C2F-A340-14412EDF456D}" dt="2026-06-19T13:21:12.268" v="136"/>
          <pc:sldLayoutMkLst>
            <pc:docMk/>
            <pc:sldMasterMk cId="845423021" sldId="2147483648"/>
            <pc:sldLayoutMk cId="1607325309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69B3B-C8AF-DFAB-B5F5-FA6738FC3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A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789361-C338-5B5B-35AD-502C2243DA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A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A1F2C-8B38-24B6-BCD3-33986352A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CB32-DD5C-42AA-9D11-013B4BA3ABA2}" type="datetimeFigureOut">
              <a:rPr lang="pt-AO" smtClean="0"/>
              <a:t>19/06/2026</a:t>
            </a:fld>
            <a:endParaRPr lang="pt-A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4EE36-C51E-756C-A9F4-8261D224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3FE07-4102-4600-DF99-95B868D17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FC74-A4AC-47BA-B7CE-E92ADC7F70B8}" type="slidenum">
              <a:rPr lang="pt-AO" smtClean="0"/>
              <a:t>‹#›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2300423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AA5FA-93CB-E018-3AF8-D74578D84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A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6E872-B75D-07C7-A13E-FF5319E04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A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DE144-ED5F-110E-7E2C-72EFDD0D0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CB32-DD5C-42AA-9D11-013B4BA3ABA2}" type="datetimeFigureOut">
              <a:rPr lang="pt-AO" smtClean="0"/>
              <a:t>19/06/2026</a:t>
            </a:fld>
            <a:endParaRPr lang="pt-A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5655C-64D0-F8AA-8846-29B11EFE9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7A4AC-DD57-A2B4-24C5-092FDEF18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FC74-A4AC-47BA-B7CE-E92ADC7F70B8}" type="slidenum">
              <a:rPr lang="pt-AO" smtClean="0"/>
              <a:t>‹#›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3719013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B3D88-DDBD-7F07-FE1F-2173462DB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A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29599-E238-5DCB-1AB8-158F220CD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245D1-9976-31CF-DA62-C6F41756D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CB32-DD5C-42AA-9D11-013B4BA3ABA2}" type="datetimeFigureOut">
              <a:rPr lang="pt-AO" smtClean="0"/>
              <a:t>19/06/2026</a:t>
            </a:fld>
            <a:endParaRPr lang="pt-A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E0999-3DED-F4B2-37AE-18F1D58AC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1EEFC-F87A-9FCD-AECE-BD3E417B0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FC74-A4AC-47BA-B7CE-E92ADC7F70B8}" type="slidenum">
              <a:rPr lang="pt-AO" smtClean="0"/>
              <a:t>‹#›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4074437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5DFF5-185F-4C2D-FC6F-8440A3150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A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5D9B8-A842-4AD0-9304-C285AF3E1B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A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2E90C6-6F2F-F0DD-BCB5-CC4FF2D82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A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EDF8AE-D14D-463E-41BD-674BF663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CB32-DD5C-42AA-9D11-013B4BA3ABA2}" type="datetimeFigureOut">
              <a:rPr lang="pt-AO" smtClean="0"/>
              <a:t>19/06/2026</a:t>
            </a:fld>
            <a:endParaRPr lang="pt-A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C0C92-F141-9E0D-F2B8-B8B2B4FD1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F0D064-46EC-F163-A87E-1CA71C8D2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FC74-A4AC-47BA-B7CE-E92ADC7F70B8}" type="slidenum">
              <a:rPr lang="pt-AO" smtClean="0"/>
              <a:t>‹#›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929799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A33BD-7C39-AA10-D9DD-A9576AC3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A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46DA1-024B-4543-7394-866A75E47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9A0E8-F928-F9EE-180E-634D75C93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A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1FE4A6-A0D3-F201-9018-F94B257A6F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BA6141-2D1B-9906-23B9-A1F52769C0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A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D208A7-49E0-47F0-D25D-B3A2984CB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CB32-DD5C-42AA-9D11-013B4BA3ABA2}" type="datetimeFigureOut">
              <a:rPr lang="pt-AO" smtClean="0"/>
              <a:t>19/06/2026</a:t>
            </a:fld>
            <a:endParaRPr lang="pt-A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255B16-2ED2-19D0-7983-7C76521B5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C8D47B-DB4B-B512-7B50-DB1605242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FC74-A4AC-47BA-B7CE-E92ADC7F70B8}" type="slidenum">
              <a:rPr lang="pt-AO" smtClean="0"/>
              <a:t>‹#›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2096517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0E0C3-C823-B986-91E0-885A4EE95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A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93B920-30A8-2315-B5C2-84DB90303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CB32-DD5C-42AA-9D11-013B4BA3ABA2}" type="datetimeFigureOut">
              <a:rPr lang="pt-AO" smtClean="0"/>
              <a:t>19/06/2026</a:t>
            </a:fld>
            <a:endParaRPr lang="pt-A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A85176-79DF-57F0-E25B-42AA47FA6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B7563-1826-0E9A-9A9C-02C02D299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FC74-A4AC-47BA-B7CE-E92ADC7F70B8}" type="slidenum">
              <a:rPr lang="pt-AO" smtClean="0"/>
              <a:t>‹#›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1230619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FFD2E-048A-5DF5-FA0F-2AC2C437D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CB32-DD5C-42AA-9D11-013B4BA3ABA2}" type="datetimeFigureOut">
              <a:rPr lang="pt-AO" smtClean="0"/>
              <a:t>19/06/2026</a:t>
            </a:fld>
            <a:endParaRPr lang="pt-A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594EAE-12C8-753E-E84E-768E3B0DD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CAE88-4320-3B0A-88C1-2E4E31CDA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FC74-A4AC-47BA-B7CE-E92ADC7F70B8}" type="slidenum">
              <a:rPr lang="pt-AO" smtClean="0"/>
              <a:t>‹#›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300118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6486B-E5D2-E8F6-65F7-80FD364F8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A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0492B-5015-2957-2301-EF79C27ED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A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A9897C-5247-6CF1-AE72-3F2CC75B9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8175E-7824-4B9C-2E87-DF998D3F4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CB32-DD5C-42AA-9D11-013B4BA3ABA2}" type="datetimeFigureOut">
              <a:rPr lang="pt-AO" smtClean="0"/>
              <a:t>19/06/2026</a:t>
            </a:fld>
            <a:endParaRPr lang="pt-A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F62304-6775-86E4-158F-FC9367CE0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FE88A-5B6B-342F-67C8-9A85F9112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FC74-A4AC-47BA-B7CE-E92ADC7F70B8}" type="slidenum">
              <a:rPr lang="pt-AO" smtClean="0"/>
              <a:t>‹#›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1030780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F80FD-EAA4-2057-8C86-B06394D6D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A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5B4915-8D7A-F69F-BBD4-9022F77469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A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1EB135-735D-6BF8-348C-2E56A08B5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0E810-ED23-3D33-1CA3-6431156DF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CB32-DD5C-42AA-9D11-013B4BA3ABA2}" type="datetimeFigureOut">
              <a:rPr lang="pt-AO" smtClean="0"/>
              <a:t>19/06/2026</a:t>
            </a:fld>
            <a:endParaRPr lang="pt-A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75FDA-9DDA-B2F9-CC5C-242B0B12C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327FA-1AA2-3ECA-7985-C38946551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FC74-A4AC-47BA-B7CE-E92ADC7F70B8}" type="slidenum">
              <a:rPr lang="pt-AO" smtClean="0"/>
              <a:t>‹#›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2436421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89B82-1AF1-A3FC-A8C3-0B927088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A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7EC20-943A-93F4-6B1F-4076F2694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A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3A964-C810-0861-AF3E-8D0798EF5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CB32-DD5C-42AA-9D11-013B4BA3ABA2}" type="datetimeFigureOut">
              <a:rPr lang="pt-AO" smtClean="0"/>
              <a:t>19/06/2026</a:t>
            </a:fld>
            <a:endParaRPr lang="pt-A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DBEA6-5203-E66A-A7D3-B2F70BA3B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3B001-C54A-1EBA-ADB1-EBDF04872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FC74-A4AC-47BA-B7CE-E92ADC7F70B8}" type="slidenum">
              <a:rPr lang="pt-AO" smtClean="0"/>
              <a:t>‹#›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153409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B60DEC-8512-D3D3-1E3B-54CC49BE89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A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B586BF-72EF-B084-36CF-C84FB4641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A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73CFB-005A-3659-185A-C1D8E76A4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CB32-DD5C-42AA-9D11-013B4BA3ABA2}" type="datetimeFigureOut">
              <a:rPr lang="pt-AO" smtClean="0"/>
              <a:t>19/06/2026</a:t>
            </a:fld>
            <a:endParaRPr lang="pt-A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39646-D231-1888-5FCF-BE965F16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A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4B6F5-E4F5-A9CA-6F0B-38348E8A7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FC74-A4AC-47BA-B7CE-E92ADC7F70B8}" type="slidenum">
              <a:rPr lang="pt-AO" smtClean="0"/>
              <a:t>‹#›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1607325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EE637B-F7FC-2891-3688-79EF356B6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A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3FF42-4533-D5C3-A0BC-383161686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A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6C97F-027D-2563-237B-6F803DFE38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1CB32-DD5C-42AA-9D11-013B4BA3ABA2}" type="datetimeFigureOut">
              <a:rPr lang="pt-AO" smtClean="0"/>
              <a:t>19/06/2026</a:t>
            </a:fld>
            <a:endParaRPr lang="pt-A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7AAED-E754-57EA-CABC-290B219368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A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8B602-25DA-1D96-7E3E-BC4F20893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4FC74-A4AC-47BA-B7CE-E92ADC7F70B8}" type="slidenum">
              <a:rPr lang="pt-AO" smtClean="0"/>
              <a:t>‹#›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845423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A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40A13FF-77B0-E8F2-F8E7-C90493D22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843" y="1327355"/>
            <a:ext cx="1200815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AO"/>
          </a:p>
        </p:txBody>
      </p:sp>
      <p:pic>
        <p:nvPicPr>
          <p:cNvPr id="2049" name="Picture 68">
            <a:extLst>
              <a:ext uri="{FF2B5EF4-FFF2-40B4-BE49-F238E27FC236}">
                <a16:creationId xmlns:a16="http://schemas.microsoft.com/office/drawing/2014/main" id="{E80F8E32-1F9F-6435-9484-0987E5423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9446" y="48010"/>
            <a:ext cx="996950" cy="93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254E42-AD51-772D-E26F-F41BFA4F4342}"/>
              </a:ext>
            </a:extLst>
          </p:cNvPr>
          <p:cNvSpPr txBox="1"/>
          <p:nvPr/>
        </p:nvSpPr>
        <p:spPr>
          <a:xfrm>
            <a:off x="183843" y="984635"/>
            <a:ext cx="11824314" cy="5793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A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INSTITUTO POLITÉCNICO DA UNIVERSIDADE KIMPA VITA</a:t>
            </a:r>
            <a:endParaRPr kumimoji="0" lang="pt-BR" altLang="pt-A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A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pt-BR" altLang="pt-A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IP-UNIKIVI)</a:t>
            </a:r>
            <a:endParaRPr kumimoji="0" lang="pt-BR" altLang="pt-A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A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LICENCIATURA EM ENGENHARIA INFORMÁTICA</a:t>
            </a:r>
            <a:endParaRPr kumimoji="0" lang="pt-BR" altLang="pt-A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AO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UNIDADE CURRICULAR: LINGUAGEM DE PROGRAMAÇÃO IV</a:t>
            </a:r>
            <a:endParaRPr kumimoji="0" lang="pt-BR" altLang="pt-AO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AO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AO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pt-BR" altLang="pt-AO" sz="32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SISTEMA DE GESTÃO DE CLÍNICA MÉDICA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AO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AO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AO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A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AO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POR:</a:t>
            </a:r>
            <a:endParaRPr kumimoji="0" lang="pt-BR" altLang="pt-A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AO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IMPERIO NAKAMA</a:t>
            </a:r>
            <a:endParaRPr kumimoji="0" lang="pt-BR" altLang="pt-AO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AO" sz="2000" b="1" dirty="0">
              <a:solidFill>
                <a:srgbClr val="000000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AO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AO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pt-BR" altLang="pt-AO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A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UÍGE: </a:t>
            </a:r>
            <a:r>
              <a:rPr kumimoji="0" lang="pt-BR" altLang="pt-A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2025/2026</a:t>
            </a:r>
            <a:endParaRPr kumimoji="0" lang="pt-BR" altLang="pt-A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6D078-7CF3-1051-9357-FDC753080D82}"/>
              </a:ext>
            </a:extLst>
          </p:cNvPr>
          <p:cNvSpPr txBox="1"/>
          <p:nvPr/>
        </p:nvSpPr>
        <p:spPr>
          <a:xfrm>
            <a:off x="8357419" y="4826675"/>
            <a:ext cx="34707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pt-BR" altLang="pt-A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DOCENTE</a:t>
            </a:r>
            <a:endParaRPr kumimoji="0" lang="pt-BR" altLang="pt-A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AO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_____</a:t>
            </a:r>
            <a:r>
              <a:rPr kumimoji="0" lang="pt-BR" altLang="pt-A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_____________________</a:t>
            </a:r>
            <a:endParaRPr kumimoji="0" lang="pt-BR" altLang="pt-A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pt-BR" altLang="pt-A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kumimoji="0" lang="pt-PT" altLang="pt-A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0" lang="pt-BR" altLang="pt-A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MOYO KANIVENGIDIO</a:t>
            </a:r>
            <a:endParaRPr kumimoji="0" lang="pt-BR" altLang="pt-A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AO" dirty="0"/>
          </a:p>
        </p:txBody>
      </p:sp>
    </p:spTree>
    <p:extLst>
      <p:ext uri="{BB962C8B-B14F-4D97-AF65-F5344CB8AC3E}">
        <p14:creationId xmlns:p14="http://schemas.microsoft.com/office/powerpoint/2010/main" val="36816848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216BB65-E6B9-351A-AB06-0AF320BA917B}"/>
              </a:ext>
            </a:extLst>
          </p:cNvPr>
          <p:cNvSpPr/>
          <p:nvPr/>
        </p:nvSpPr>
        <p:spPr>
          <a:xfrm>
            <a:off x="427383" y="407505"/>
            <a:ext cx="1918252" cy="56653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400" b="1" dirty="0">
                <a:latin typeface="Impact" panose="020B0806030902050204" pitchFamily="34" charset="0"/>
              </a:rPr>
              <a:t>INTRODUÇÃO</a:t>
            </a:r>
            <a:endParaRPr lang="pt-AO" sz="2400" b="1" dirty="0">
              <a:latin typeface="Impact" panose="020B080603090205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C21C53-75DC-0BC0-DCB7-8B18EE414FDD}"/>
              </a:ext>
            </a:extLst>
          </p:cNvPr>
          <p:cNvSpPr txBox="1"/>
          <p:nvPr/>
        </p:nvSpPr>
        <p:spPr>
          <a:xfrm>
            <a:off x="427383" y="1272209"/>
            <a:ext cx="11111947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gestão eficiente de clínicas médicas é essencial para garantir um atendimento rápido, seguro e organizado aos pacientes. Muitas clínicas ainda utilizam processos manuais ou sistemas isolados para controlar consultas, médicos e pacientes, e que pode causar erros, perda de informação e atrasos nos serviços. Com objectivo de solucionar esse problemas, foi desenvolvido um Sistema de Gestão de Clínica Médica utilizando assim a linguagem java. O sistema permite automatizar os processos administrativos, facilitando o cadastro de pacientes, médicos, consultas e pontuários médicos.</a:t>
            </a:r>
            <a:endParaRPr lang="pt-A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projecto foi desenvolvido aplicando conceitos de programação Orientada a Objetos, interface gráfica, banco de dados relacional e padrões de arquitetura de software.</a:t>
            </a:r>
            <a:endParaRPr lang="pt-A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26069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A753440-B6E3-4C37-E70C-2E1746A1A776}"/>
              </a:ext>
            </a:extLst>
          </p:cNvPr>
          <p:cNvSpPr/>
          <p:nvPr/>
        </p:nvSpPr>
        <p:spPr>
          <a:xfrm>
            <a:off x="427383" y="407505"/>
            <a:ext cx="1918252" cy="56653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dirty="0">
                <a:latin typeface="Impact" panose="020B0806030902050204" pitchFamily="34" charset="0"/>
              </a:rPr>
              <a:t>OBJECTIVOS</a:t>
            </a:r>
            <a:endParaRPr lang="pt-AO" sz="2400" b="1" dirty="0">
              <a:latin typeface="Impact" panose="020B080603090205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D15F47-40BE-23AA-78AA-6701454CFDE2}"/>
              </a:ext>
            </a:extLst>
          </p:cNvPr>
          <p:cNvSpPr txBox="1"/>
          <p:nvPr/>
        </p:nvSpPr>
        <p:spPr>
          <a:xfrm>
            <a:off x="427381" y="1571389"/>
            <a:ext cx="3101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latin typeface="Impact" panose="020B0806030902050204" pitchFamily="34" charset="0"/>
              </a:rPr>
              <a:t>GERAL</a:t>
            </a:r>
            <a:endParaRPr lang="pt-AO" sz="2400" b="1" dirty="0">
              <a:latin typeface="Impact" panose="020B080603090205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30FB12-557C-3B69-A873-3DFE245EE223}"/>
              </a:ext>
            </a:extLst>
          </p:cNvPr>
          <p:cNvSpPr txBox="1"/>
          <p:nvPr/>
        </p:nvSpPr>
        <p:spPr>
          <a:xfrm>
            <a:off x="7149548" y="1802221"/>
            <a:ext cx="3101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latin typeface="Impact" panose="020B0806030902050204" pitchFamily="34" charset="0"/>
              </a:rPr>
              <a:t>ESPECIFICOS</a:t>
            </a:r>
            <a:endParaRPr lang="pt-AO" sz="2400" b="1" dirty="0">
              <a:latin typeface="Impact" panose="020B080603090205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EED3D3-711A-8947-A6A8-2FCB04553B5C}"/>
              </a:ext>
            </a:extLst>
          </p:cNvPr>
          <p:cNvSpPr txBox="1"/>
          <p:nvPr/>
        </p:nvSpPr>
        <p:spPr>
          <a:xfrm>
            <a:off x="427380" y="2033054"/>
            <a:ext cx="4512366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Desenvolver um sistema computacional capaz de gerenciar os processos de uma clínica médica de forma eficiente, segura e organizada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A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8BCCA8-ADA4-11E7-D22B-0DD1AB4C8FEC}"/>
              </a:ext>
            </a:extLst>
          </p:cNvPr>
          <p:cNvSpPr txBox="1"/>
          <p:nvPr/>
        </p:nvSpPr>
        <p:spPr>
          <a:xfrm>
            <a:off x="7036904" y="2402530"/>
            <a:ext cx="4512366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Aplicar os conceitos de programação orientado a objetos;</a:t>
            </a:r>
            <a:endParaRPr lang="pt-A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Implementar uma interface gráfica amigável;</a:t>
            </a:r>
            <a:endParaRPr lang="pt-A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Integrar a aplicação ao banco de dados MySQL;</a:t>
            </a:r>
            <a:endParaRPr lang="pt-A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Utilizar JDBC para acesso aos dados;</a:t>
            </a:r>
            <a:endParaRPr lang="pt-A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Aplicar padrão MVC e DAO;</a:t>
            </a:r>
            <a:endParaRPr lang="pt-A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Implementar autenticação de usuários;</a:t>
            </a:r>
            <a:endParaRPr lang="pt-A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Gerar relatórios administrativos.</a:t>
            </a:r>
            <a:endParaRPr lang="pt-A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236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E5E6F4F-9CDB-CCB4-7C28-EFF9B8AAC681}"/>
              </a:ext>
            </a:extLst>
          </p:cNvPr>
          <p:cNvSpPr/>
          <p:nvPr/>
        </p:nvSpPr>
        <p:spPr>
          <a:xfrm>
            <a:off x="427383" y="321366"/>
            <a:ext cx="4363278" cy="56653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latin typeface="Impact" panose="020B080603090205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latin typeface="Impact" panose="020B0806030902050204" pitchFamily="34" charset="0"/>
              </a:rPr>
              <a:t>LEVANTAMENTO E ANÁLISE DE REQUISITOS</a:t>
            </a:r>
            <a:endParaRPr lang="pt-AO" sz="2000" b="1" dirty="0"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1FBF41-06D6-D74D-26BD-354AD4254323}"/>
              </a:ext>
            </a:extLst>
          </p:cNvPr>
          <p:cNvSpPr txBox="1"/>
          <p:nvPr/>
        </p:nvSpPr>
        <p:spPr>
          <a:xfrm>
            <a:off x="427383" y="1093305"/>
            <a:ext cx="8060634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análise de requisitos constitui uma das etapas mais importante dos desenvolvimento de software, pois define claramente as necessidades dos utilizadores e as funcionalidades que o sistema deverá disponiblizar.</a:t>
            </a:r>
            <a:endParaRPr lang="pt-A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80184D-59B7-98B7-E15B-83E87C9232C0}"/>
              </a:ext>
            </a:extLst>
          </p:cNvPr>
          <p:cNvSpPr txBox="1"/>
          <p:nvPr/>
        </p:nvSpPr>
        <p:spPr>
          <a:xfrm>
            <a:off x="427382" y="2587785"/>
            <a:ext cx="412473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Requisitos Funcionais</a:t>
            </a:r>
          </a:p>
          <a:p>
            <a:endParaRPr lang="pt-BR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v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Cadastrar pacientes;</a:t>
            </a:r>
            <a:endParaRPr lang="pt-A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v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Editar pacientes;</a:t>
            </a:r>
            <a:endParaRPr lang="pt-A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v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Excluir paciente;</a:t>
            </a:r>
            <a:endParaRPr lang="pt-A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v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Pesquisar pacientes por nome ou Bilhete de Identidade.</a:t>
            </a:r>
            <a:endParaRPr lang="pt-A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v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Cadastro de médicos;</a:t>
            </a:r>
            <a:endParaRPr lang="pt-A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v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Edição de dados;</a:t>
            </a:r>
            <a:endParaRPr lang="pt-A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v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Exclusão de registros;</a:t>
            </a:r>
            <a:endParaRPr lang="pt-A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Pesquisa por CRM ou nome</a:t>
            </a:r>
            <a:endParaRPr lang="pt-AO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13A555-CB31-567E-4096-AA6A165EA268}"/>
              </a:ext>
            </a:extLst>
          </p:cNvPr>
          <p:cNvSpPr txBox="1"/>
          <p:nvPr/>
        </p:nvSpPr>
        <p:spPr>
          <a:xfrm>
            <a:off x="6781799" y="2587785"/>
            <a:ext cx="41247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Requisitos Não Funcionais</a:t>
            </a:r>
          </a:p>
          <a:p>
            <a:endParaRPr lang="pt-BR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intuitiva;</a:t>
            </a:r>
            <a:endParaRPr lang="pt-A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Segurança de dados;</a:t>
            </a:r>
            <a:endParaRPr lang="pt-A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 performance;</a:t>
            </a:r>
            <a:endParaRPr lang="pt-A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Facilidade de manutenção;</a:t>
            </a:r>
            <a:endParaRPr lang="pt-A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Escalibilidade do sistema;</a:t>
            </a:r>
            <a:endParaRPr lang="pt-A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pt-AO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001329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2689DA-43D2-7839-7D4C-DA79A0EF0400}"/>
              </a:ext>
            </a:extLst>
          </p:cNvPr>
          <p:cNvSpPr/>
          <p:nvPr/>
        </p:nvSpPr>
        <p:spPr>
          <a:xfrm>
            <a:off x="248479" y="351183"/>
            <a:ext cx="3478695" cy="56653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latin typeface="Impact" panose="020B080603090205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latin typeface="Impact" panose="020B0806030902050204" pitchFamily="34" charset="0"/>
              </a:rPr>
              <a:t>ARQUITETURA DO SISTEMA</a:t>
            </a:r>
            <a:endParaRPr lang="pt-AO" sz="2400" b="1" dirty="0"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EF0520-D5FB-C2FC-6871-B3617269564A}"/>
              </a:ext>
            </a:extLst>
          </p:cNvPr>
          <p:cNvSpPr txBox="1"/>
          <p:nvPr/>
        </p:nvSpPr>
        <p:spPr>
          <a:xfrm>
            <a:off x="178905" y="1093304"/>
            <a:ext cx="114697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Sistema foi desenvolvido seguindo o padrão MVC (Model, View, Controller), permitindo a separação das responsabilidade entre interface gráfica, lógica de negócio e manipulação de dados. Para acesso ao banco de dados foi utilizado o padrão DAO, responsável por centralizar todas as operações JDBC e SQL. Essa organização torna o sistema mais modular, escalável e fácil de manter.  (</a:t>
            </a:r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Martin Fowler2002).</a:t>
            </a:r>
            <a:endParaRPr lang="pt-A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AO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C4C2BF-7AFB-60F5-D832-46FE55152412}"/>
              </a:ext>
            </a:extLst>
          </p:cNvPr>
          <p:cNvSpPr/>
          <p:nvPr/>
        </p:nvSpPr>
        <p:spPr>
          <a:xfrm>
            <a:off x="248479" y="3016955"/>
            <a:ext cx="1918252" cy="56653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latin typeface="Impact" panose="020B080603090205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latin typeface="Impact" panose="020B0806030902050204" pitchFamily="34" charset="0"/>
              </a:rPr>
              <a:t>Padrão MVC</a:t>
            </a:r>
            <a:endParaRPr lang="pt-AO" sz="2400" b="1" dirty="0"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C00C8C-E303-DDAD-AA7F-F3ED85575EEF}"/>
              </a:ext>
            </a:extLst>
          </p:cNvPr>
          <p:cNvSpPr txBox="1"/>
          <p:nvPr/>
        </p:nvSpPr>
        <p:spPr>
          <a:xfrm>
            <a:off x="248479" y="3733372"/>
            <a:ext cx="10843591" cy="3453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padrão MVC (Model, View, Controller), garante a separação da interface, do controlo de fluxo e da regra de negócio, em que cada tipo de componente executa um determinado tipo de tarefa. Essa separação permite alteração em cada uma das camadas isoladamente, diminuindo o trabalho da mudança constante das aplicações web. (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william Patatas Soares,2006).</a:t>
            </a:r>
            <a:endParaRPr lang="pt-BR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Srvlets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pt-A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JavaBeans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pt-A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endParaRPr lang="pt-A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pt-A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268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80CD0C-BB81-587F-263C-31B68EB9EA8F}"/>
              </a:ext>
            </a:extLst>
          </p:cNvPr>
          <p:cNvSpPr/>
          <p:nvPr/>
        </p:nvSpPr>
        <p:spPr>
          <a:xfrm>
            <a:off x="298174" y="313511"/>
            <a:ext cx="4253947" cy="56653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latin typeface="Impact" panose="020B080603090205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>
                <a:latin typeface="Impact" panose="020B0806030902050204" pitchFamily="34" charset="0"/>
              </a:rPr>
              <a:t>Implementação do Padrão DAO</a:t>
            </a:r>
            <a:endParaRPr lang="pt-AO" sz="2400" b="1" dirty="0"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421FCD-065C-03D5-23DC-60EF5815EEE4}"/>
              </a:ext>
            </a:extLst>
          </p:cNvPr>
          <p:cNvSpPr txBox="1"/>
          <p:nvPr/>
        </p:nvSpPr>
        <p:spPr>
          <a:xfrm>
            <a:off x="274983" y="1043609"/>
            <a:ext cx="11549269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padrão DAO (Data Access Object) é uma solução amplamente utilizada no desenvlvimento de software para separar a lógica de acesso aos dados da lógica de negócio da aplicação.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nosso Sistema de Gestão de Clínica Médica, o padrão DAO foi adotado para garantir uma arquitetura mais organizada, modular e de fácil manutenção. Cada entidade do sistema possui uma classe DAO responsável pelas operações de inserção, consulta, atualização e exclusão de informação armazenadas no banco de dados MySQL.</a:t>
            </a:r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(william Patatas Soares,2006).</a:t>
            </a:r>
            <a:endParaRPr lang="pt-A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dirty="0"/>
              <a:t> </a:t>
            </a:r>
            <a:endParaRPr lang="pt-AO" dirty="0"/>
          </a:p>
        </p:txBody>
      </p:sp>
    </p:spTree>
    <p:extLst>
      <p:ext uri="{BB962C8B-B14F-4D97-AF65-F5344CB8AC3E}">
        <p14:creationId xmlns:p14="http://schemas.microsoft.com/office/powerpoint/2010/main" val="275908621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226E4A4-44D3-07AC-76B4-61969C39FB41}"/>
              </a:ext>
            </a:extLst>
          </p:cNvPr>
          <p:cNvSpPr/>
          <p:nvPr/>
        </p:nvSpPr>
        <p:spPr>
          <a:xfrm>
            <a:off x="298174" y="313511"/>
            <a:ext cx="3826565" cy="56653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latin typeface="Impact" panose="020B080603090205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latin typeface="Impact" panose="020B0806030902050204" pitchFamily="34" charset="0"/>
              </a:rPr>
              <a:t>Operação CRUD Implementadas</a:t>
            </a:r>
            <a:endParaRPr lang="pt-AO" sz="2000" b="1" dirty="0"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87E94B-D833-F6F5-ED76-26A2A0F8F658}"/>
              </a:ext>
            </a:extLst>
          </p:cNvPr>
          <p:cNvSpPr txBox="1"/>
          <p:nvPr/>
        </p:nvSpPr>
        <p:spPr>
          <a:xfrm>
            <a:off x="298174" y="1041598"/>
            <a:ext cx="11469756" cy="6786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operações CRUD representam as funcionalidades básicas de manipulação de dados em sistema de informação.</a:t>
            </a:r>
            <a:endParaRPr lang="pt-A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Temos as seguintes operações:</a:t>
            </a:r>
          </a:p>
          <a:p>
            <a:pPr lvl="0" algn="just">
              <a:lnSpc>
                <a:spcPct val="150000"/>
              </a:lnSpc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(Inserção): permite armazenar novos registros no banco de dados. Exemplo: cadastro de paciente, cadastro de médico e registro de consulta.</a:t>
            </a:r>
            <a:endParaRPr lang="pt-A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(Consulta): permite recuperar informações armazenadas. Exemplo: pesquisa de paciente por nome, consulta de médico por especialidade e visualização de consultya agendadas.</a:t>
            </a:r>
            <a:endParaRPr lang="pt-A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(Atualização): permite modificar informções existente.Exemplo: alterar dados dom paciente, atualização de horário de uma consulta e modificação de informações de contacto.</a:t>
            </a:r>
            <a:endParaRPr lang="pt-A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(Remoção): permite excluir ou inativar registros. Exemplo: exclusão de paciente inativos, cancelamento de consulta e remoção de utilizadores.</a:t>
            </a:r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(william Patatas Soares,2006).</a:t>
            </a:r>
          </a:p>
          <a:p>
            <a:pPr lvl="0"/>
            <a:r>
              <a:rPr lang="pt-BR" sz="2400" b="1" dirty="0">
                <a:latin typeface="Impact" panose="020B0806030902050204" pitchFamily="34" charset="0"/>
              </a:rPr>
              <a:t>Classes criadas</a:t>
            </a:r>
          </a:p>
          <a:p>
            <a:pPr lvl="0"/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ConsultaDAO.java , MédicoDAO.java, PacienteDAO.java, PontuarioDAO.java, UsuarioDAO.java</a:t>
            </a:r>
            <a:endParaRPr lang="pt-A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endParaRPr lang="pt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endParaRPr lang="pt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endParaRPr lang="pt-A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AO" dirty="0"/>
          </a:p>
        </p:txBody>
      </p:sp>
    </p:spTree>
    <p:extLst>
      <p:ext uri="{BB962C8B-B14F-4D97-AF65-F5344CB8AC3E}">
        <p14:creationId xmlns:p14="http://schemas.microsoft.com/office/powerpoint/2010/main" val="141292625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5F9C4B-3968-F8C7-8646-77A33F3CCDAE}"/>
              </a:ext>
            </a:extLst>
          </p:cNvPr>
          <p:cNvSpPr/>
          <p:nvPr/>
        </p:nvSpPr>
        <p:spPr>
          <a:xfrm>
            <a:off x="298174" y="313511"/>
            <a:ext cx="3826565" cy="56653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latin typeface="Impact" panose="020B080603090205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latin typeface="Impact" panose="020B0806030902050204" pitchFamily="34" charset="0"/>
              </a:rPr>
              <a:t>MODELAGEM DE BANCO DE DADOS</a:t>
            </a:r>
            <a:endParaRPr lang="pt-AO" sz="2000" b="1" dirty="0"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E799A4-8404-3FDA-62C1-BDC18CEE13C3}"/>
              </a:ext>
            </a:extLst>
          </p:cNvPr>
          <p:cNvSpPr txBox="1"/>
          <p:nvPr/>
        </p:nvSpPr>
        <p:spPr>
          <a:xfrm>
            <a:off x="298173" y="1182756"/>
            <a:ext cx="11052313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banco de dados foi modelado utilizando o modelo Entidade Relacionamento (MER).</a:t>
            </a:r>
            <a:endParaRPr lang="pt-A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Entidade principais:</a:t>
            </a:r>
            <a:endParaRPr lang="pt-A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Pacientes;</a:t>
            </a:r>
            <a:endParaRPr lang="pt-A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Medicos;</a:t>
            </a:r>
            <a:endParaRPr lang="pt-A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Consultas;</a:t>
            </a:r>
            <a:endParaRPr lang="pt-A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Prontuarios;</a:t>
            </a:r>
            <a:endParaRPr lang="pt-A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Usuario.</a:t>
            </a:r>
            <a:endParaRPr lang="pt-A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741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BCB05-5BA8-A8CA-297A-E70D3D15C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10" y="2959237"/>
            <a:ext cx="11887200" cy="1325563"/>
          </a:xfrm>
        </p:spPr>
        <p:txBody>
          <a:bodyPr>
            <a:normAutofit fontScale="90000"/>
          </a:bodyPr>
          <a:lstStyle/>
          <a:p>
            <a:pPr algn="just">
              <a:lnSpc>
                <a:spcPct val="150000"/>
              </a:lnSpc>
            </a:pPr>
            <a:br>
              <a:rPr lang="pt-AO" sz="1800" b="1" dirty="0"/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desenvolvimento do Sistema de Gestão de Clínica Médica permite aplicar conhecimentos fundamentais da Engenharia Informática, especialmente  Programação Orientada a Objetos, Banco de Dados, Interface Gráfica e Arquitetura de software.A utilização dos padrões MVC e DAO desempenhou um papel fundamental no desenvolvimento do nosso Sistema de Gestão de Clínica Médica. A sua utilização permitiu  organizar o código de uma forma eficiênte, separar a lógica de acesso aos dados da lógica de negócios  e garantir uma comunicação segura com o banco de dados MySQL.</a:t>
            </a:r>
            <a:br>
              <a:rPr lang="pt-A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Alem disso, vimos que a integração do DAO e MVC contribuiu para a construção de uma aplicação modular, escalável e de fácil manutenção, atendendo as boas práticas de desenvolvimento de software orientado a objetos.</a:t>
            </a:r>
            <a:br>
              <a:rPr lang="pt-A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resultados obtidos  demostraram que o sistema é capaz de atender às necessidades básicas de uma clínica médica, proporcionando o maior controlo, segurança e eficiência na gestão das informações. </a:t>
            </a:r>
            <a:br>
              <a:rPr lang="pt-A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AO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25EFD2A-FE35-4544-AA09-3E312D259C60}"/>
              </a:ext>
            </a:extLst>
          </p:cNvPr>
          <p:cNvSpPr/>
          <p:nvPr/>
        </p:nvSpPr>
        <p:spPr>
          <a:xfrm>
            <a:off x="298175" y="313511"/>
            <a:ext cx="2037522" cy="56653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latin typeface="Impact" panose="020B080603090205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>
                <a:latin typeface="Impact" panose="020B0806030902050204" pitchFamily="34" charset="0"/>
              </a:rPr>
              <a:t>CONCLUSÃO</a:t>
            </a:r>
            <a:endParaRPr lang="pt-AO" sz="2400" b="1" dirty="0"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680686"/>
      </p:ext>
    </p:extLst>
  </p:cSld>
  <p:clrMapOvr>
    <a:masterClrMapping/>
  </p:clrMapOvr>
  <p:transition spd="slow">
    <p:wheel spokes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942</Words>
  <Application>Microsoft Office PowerPoint</Application>
  <PresentationFormat>Widescreen</PresentationFormat>
  <Paragraphs>87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Impact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O desenvolvimento do Sistema de Gestão de Clínica Médica permite aplicar conhecimentos fundamentais da Engenharia Informática, especialmente  Programação Orientada a Objetos, Banco de Dados, Interface Gráfica e Arquitetura de software.A utilização dos padrões MVC e DAO desempenhou um papel fundamental no desenvolvimento do nosso Sistema de Gestão de Clínica Médica. A sua utilização permitiu  organizar o código de uma forma eficiênte, separar a lógica de acesso aos dados da lógica de negócios  e garantir uma comunicação segura com o banco de dados MySQL. Alem disso, vimos que a integração do DAO e MVC contribuiu para a construção de uma aplicação modular, escalável e de fácil manutenção, atendendo as boas práticas de desenvolvimento de software orientado a objetos. Os resultados obtidos  demostraram que o sistema é capaz de atender às necessidades básicas de uma clínica médica, proporcionando o maior controlo, segurança e eficiência na gestão das informações.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António Chaves</dc:creator>
  <cp:lastModifiedBy>António Chaves</cp:lastModifiedBy>
  <cp:revision>1</cp:revision>
  <dcterms:created xsi:type="dcterms:W3CDTF">2026-06-19T12:18:12Z</dcterms:created>
  <dcterms:modified xsi:type="dcterms:W3CDTF">2026-06-19T13:32:59Z</dcterms:modified>
</cp:coreProperties>
</file>